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426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583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7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49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15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13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47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050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4235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73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7268BB-C1A5-2380-3FBB-0DD504CF06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13" b="7582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7D023-FF85-BC41-F0AB-53FF557FB9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9722" y="1562101"/>
            <a:ext cx="3884568" cy="2738530"/>
          </a:xfrm>
        </p:spPr>
        <p:txBody>
          <a:bodyPr anchor="t">
            <a:normAutofit/>
          </a:bodyPr>
          <a:lstStyle/>
          <a:p>
            <a:r>
              <a:rPr lang="bs-Latn-BA" sz="4800"/>
              <a:t>Testna prezz	</a:t>
            </a:r>
            <a:endParaRPr lang="en-GB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AD690-A358-2535-C25E-60C687BE9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9722" y="4321622"/>
            <a:ext cx="3813048" cy="941832"/>
          </a:xfrm>
        </p:spPr>
        <p:txBody>
          <a:bodyPr>
            <a:normAutofit/>
          </a:bodyPr>
          <a:lstStyle/>
          <a:p>
            <a:endParaRPr lang="en-GB" sz="20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806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A47A-2ED1-4B74-67F9-E5ED024C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s-Latn-BA" dirty="0"/>
              <a:t>Strana 2x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40C23-5A2C-DBF6-201A-F7038E049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s-Latn-BA"/>
              <a:t>xx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16377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Grandview Display</vt:lpstr>
      <vt:lpstr>DashVTI</vt:lpstr>
      <vt:lpstr>Testna prezz </vt:lpstr>
      <vt:lpstr>Strana 2x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Dino Mandzo</dc:creator>
  <cp:lastModifiedBy>Dino Mandzo</cp:lastModifiedBy>
  <cp:revision>1</cp:revision>
  <dcterms:created xsi:type="dcterms:W3CDTF">2026-05-12T10:19:26Z</dcterms:created>
  <dcterms:modified xsi:type="dcterms:W3CDTF">2026-05-12T10:20:02Z</dcterms:modified>
</cp:coreProperties>
</file>